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41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grid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417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HACKATHON RAG · DATAPIZZA ACADEMY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77240" y="1691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643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caso dei Mille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7724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Presentazione finale del team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3291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0B8C4"/>
            </a:solidFill>
            <a:prstDash val="dash"/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Nome del team 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42519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 1  →  Round 2  →  Gold Run   ·   Historical Review</a:t>
            </a:r>
            <a:endParaRPr lang="en-US" sz="1100" dirty="0"/>
          </a:p>
        </p:txBody>
      </p:sp>
      <p:pic>
        <p:nvPicPr>
          <p:cNvPr id="8" name="Image 1" descr="/private/tmp/claude-503/-Users-giuseppesinatra-Documents-GitHub-GenAI-Academy-Notebooks-Blocco2-Hackathon-il-caso-dei-mille/10f5c1c5-15e5-4ef9-b195-a2f4c7e4a030/scratchpad/pptx-team-template/assets/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291840"/>
            <a:ext cx="2011680" cy="2011680"/>
          </a:xfrm>
          <a:prstGeom prst="rect">
            <a:avLst/>
          </a:prstGeom>
        </p:spPr>
      </p:pic>
      <p:pic>
        <p:nvPicPr>
          <p:cNvPr id="9" name="Image 2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10" name="Image 3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724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Fonti autentiche, derivate e simulate sono marcate nel manifest.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7918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CASO DEI MILLE · AGENDA · MAX 10 MINUTI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398927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Cosa vedrete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777240" y="1417320"/>
            <a:ext cx="75895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3"/>
          <p:cNvSpPr/>
          <p:nvPr/>
        </p:nvSpPr>
        <p:spPr>
          <a:xfrm>
            <a:off x="777240" y="1417320"/>
            <a:ext cx="64008" cy="1417320"/>
          </a:xfrm>
          <a:prstGeom prst="rect">
            <a:avLst/>
          </a:prstGeom>
          <a:solidFill>
            <a:srgbClr val="1B64F5"/>
          </a:solidFill>
          <a:ln w="12700">
            <a:solidFill>
              <a:srgbClr val="1B64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960120" y="15453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1737360" y="15636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RAG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040880" y="1581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~5 minuti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737360" y="194767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Architettura e motivazioni  ·  problemi affrontati e soluzioni  ·  metodo di evaluation e risultati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77240" y="3035808"/>
            <a:ext cx="75895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777240" y="3035808"/>
            <a:ext cx="64008" cy="1417320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960120" y="31638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1737360" y="31821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Historical Review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04088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max 5 minuti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737360" y="35661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domanda assegnata, la nostra tesi e le fonti che la sostengono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77240" y="4572000"/>
            <a:ext cx="7589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777240" y="4572000"/>
            <a:ext cx="64008" cy="310896"/>
          </a:xfrm>
          <a:prstGeom prst="rect">
            <a:avLst/>
          </a:prstGeom>
          <a:solidFill>
            <a:srgbClr val="1B64F5"/>
          </a:solidFill>
          <a:ln w="12700">
            <a:solidFill>
              <a:srgbClr val="1B64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6"/>
          <p:cNvSpPr/>
          <p:nvPr/>
        </p:nvSpPr>
        <p:spPr>
          <a:xfrm>
            <a:off x="969264" y="4572000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giuria registra la parte storica, la trascrive e la valuta con un giudice LLM (Professore d'Archivio). Il punteggio (fino a 10) si somma allo score della Gold Run.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PARTE 1 · ARCHITETTURA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2560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 dove siamo partiti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777240" y="1417320"/>
            <a:ext cx="112776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3"/>
          <p:cNvSpPr/>
          <p:nvPr/>
        </p:nvSpPr>
        <p:spPr>
          <a:xfrm>
            <a:off x="822960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Parsing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22960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Docling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1905000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6"/>
          <p:cNvSpPr/>
          <p:nvPr/>
        </p:nvSpPr>
        <p:spPr>
          <a:xfrm>
            <a:off x="2069592" y="1417320"/>
            <a:ext cx="1127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2115312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Chunking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115312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1024 char, overlap 128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197352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3361944" y="1417320"/>
            <a:ext cx="1127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3407664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07664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text-embedding-3-small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489704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4654296" y="1417320"/>
            <a:ext cx="1127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5"/>
          <p:cNvSpPr/>
          <p:nvPr/>
        </p:nvSpPr>
        <p:spPr>
          <a:xfrm>
            <a:off x="4700016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00016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 locale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782056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8"/>
          <p:cNvSpPr/>
          <p:nvPr/>
        </p:nvSpPr>
        <p:spPr>
          <a:xfrm>
            <a:off x="5946648" y="1417320"/>
            <a:ext cx="1127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9"/>
          <p:cNvSpPr/>
          <p:nvPr/>
        </p:nvSpPr>
        <p:spPr>
          <a:xfrm>
            <a:off x="5992368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92368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denso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7074408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2"/>
          <p:cNvSpPr/>
          <p:nvPr/>
        </p:nvSpPr>
        <p:spPr>
          <a:xfrm>
            <a:off x="7239000" y="1417320"/>
            <a:ext cx="112776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3"/>
          <p:cNvSpPr/>
          <p:nvPr/>
        </p:nvSpPr>
        <p:spPr>
          <a:xfrm>
            <a:off x="7284720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284720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+ risposta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77240" y="253288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3737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baseline_naive_rag.py — naive dense RAG, Act 1–2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77240" y="28803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Perché siamo partiti da qui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77240" y="3154680"/>
            <a:ext cx="7589520" cy="1417320"/>
          </a:xfrm>
          <a:prstGeom prst="rect">
            <a:avLst/>
          </a:prstGeom>
          <a:solidFill>
            <a:srgbClr val="FAFAFA"/>
          </a:solidFill>
          <a:ln w="9525">
            <a:solidFill>
              <a:srgbClr val="B0B8C4"/>
            </a:solidFill>
            <a:prstDash val="dash"/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Le vostre motivazioni: cosa vi ha convinto di questa baseline, e cosa sapevate già che non avrebbe funzionato ]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PARTE 1 · ARCHITETTURA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2560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 si è evoluta, e perché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777240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3"/>
          <p:cNvSpPr/>
          <p:nvPr/>
        </p:nvSpPr>
        <p:spPr>
          <a:xfrm>
            <a:off x="822960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Sprint 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22960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1–2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1935480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6"/>
          <p:cNvSpPr/>
          <p:nvPr/>
        </p:nvSpPr>
        <p:spPr>
          <a:xfrm>
            <a:off x="2063496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2109216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Round 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109216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 submission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221736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3349752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3395472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Apertura Act 3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395472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mappe, scan, cross-doc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507992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4636008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5"/>
          <p:cNvSpPr/>
          <p:nvPr/>
        </p:nvSpPr>
        <p:spPr>
          <a:xfrm>
            <a:off x="4681728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Sprint 3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681728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Act 4 · version aw.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794248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8"/>
          <p:cNvSpPr/>
          <p:nvPr/>
        </p:nvSpPr>
        <p:spPr>
          <a:xfrm>
            <a:off x="5922264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9"/>
          <p:cNvSpPr/>
          <p:nvPr/>
        </p:nvSpPr>
        <p:spPr>
          <a:xfrm>
            <a:off x="5967984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Round 2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7984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domande più difficili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7080504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2"/>
          <p:cNvSpPr/>
          <p:nvPr/>
        </p:nvSpPr>
        <p:spPr>
          <a:xfrm>
            <a:off x="7208520" y="1325880"/>
            <a:ext cx="11582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3"/>
          <p:cNvSpPr/>
          <p:nvPr/>
        </p:nvSpPr>
        <p:spPr>
          <a:xfrm>
            <a:off x="7254240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Run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254240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one-shot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77240" y="2331720"/>
            <a:ext cx="374904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6"/>
          <p:cNvSpPr/>
          <p:nvPr/>
        </p:nvSpPr>
        <p:spPr>
          <a:xfrm>
            <a:off x="777240" y="2331720"/>
            <a:ext cx="3749040" cy="310896"/>
          </a:xfrm>
          <a:prstGeom prst="rect">
            <a:avLst/>
          </a:prstGeom>
          <a:solidFill>
            <a:srgbClr val="C86E3E"/>
          </a:solidFill>
          <a:ln w="12700">
            <a:solidFill>
              <a:srgbClr val="C86E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7"/>
          <p:cNvSpPr/>
          <p:nvPr/>
        </p:nvSpPr>
        <p:spPr>
          <a:xfrm>
            <a:off x="886968" y="23317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800600" y="2331720"/>
            <a:ext cx="374904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9"/>
          <p:cNvSpPr/>
          <p:nvPr/>
        </p:nvSpPr>
        <p:spPr>
          <a:xfrm>
            <a:off x="4800600" y="2331720"/>
            <a:ext cx="3749040" cy="310896"/>
          </a:xfrm>
          <a:prstGeom prst="rect">
            <a:avLst/>
          </a:prstGeom>
          <a:solidFill>
            <a:srgbClr val="398C4B"/>
          </a:solidFill>
          <a:ln w="12700">
            <a:solidFill>
              <a:srgbClr val="398C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0"/>
          <p:cNvSpPr/>
          <p:nvPr/>
        </p:nvSpPr>
        <p:spPr>
          <a:xfrm>
            <a:off x="4910328" y="23317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Dopo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68680" y="2734056"/>
            <a:ext cx="356616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Es. chunking a lunghezza fissa, nessun rerank, un solo modello di embedding per tutto l'archivio ]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4892040" y="2734056"/>
            <a:ext cx="356616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Cosa avete cambiato in concreto, e cosa vi ha convinti a farlo — un round, un errore, una metrica ]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777240" y="401421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Spunti dalla baseline: </a:t>
            </a:r>
            <a:r>
              <a:rPr lang="en-US" sz="95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search, rerank, query rewrite, chunking semantico, OCR/mappe, version awareness, abstention, costi/latency.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PARTE 1 · PROBLEMI E SOLUZIONI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2560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Cosa non ha funzionato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7571232" cy="2551176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433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Problema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433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Quando l'abbiamo notato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433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Soluzione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F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Esempio — le scansioni garib_* arrivavano come OCR rumoroso: il retrieval le trattava come testo pulito e le ignorava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F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Round 1, error analysis sul feedback pack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F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Parsing dedicato per le pagine scansionate (Docling + descrizione del contenuto) prima del chunking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 Problema 2 — cosa è andato storto ]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 quando ve ne siete accorti ]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 cosa avete cambiato ]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 Problema 3 — cosa è andato storto ]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 quando ve ne siete accorti ]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 cosa avete cambiato ]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PARTE 2 · HISTORICAL REVIEW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2560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nostra domanda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777240" y="96926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5 minuti — libera da qui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77240" y="1417320"/>
            <a:ext cx="758952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4"/>
          <p:cNvSpPr/>
          <p:nvPr/>
        </p:nvSpPr>
        <p:spPr>
          <a:xfrm>
            <a:off x="777240" y="1417320"/>
            <a:ext cx="64008" cy="56692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996696" y="14173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[ Testo della domanda assegnata ] »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" y="2148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nostra tesi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2423160"/>
            <a:ext cx="7589520" cy="1005840"/>
          </a:xfrm>
          <a:prstGeom prst="rect">
            <a:avLst/>
          </a:prstGeom>
          <a:solidFill>
            <a:srgbClr val="FAFAFA"/>
          </a:solidFill>
          <a:ln w="9525">
            <a:solidFill>
              <a:srgbClr val="B0B8C4"/>
            </a:solidFill>
            <a:prstDash val="dash"/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La vostra tesi in due o tre frasi — quali fonti la sostengono, e cosa NON siete in grado di affermare con certezza ]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77240" y="35661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Cosa valuta la giuria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77240" y="3822192"/>
            <a:ext cx="179451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777240" y="3822192"/>
            <a:ext cx="1794510" cy="6400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850392" y="3913632"/>
            <a:ext cx="16482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verificabile delle fonti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708910" y="3822192"/>
            <a:ext cx="179451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2708910" y="3822192"/>
            <a:ext cx="1794510" cy="6400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2782062" y="3913632"/>
            <a:ext cx="16482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Cautela storica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40580" y="3822192"/>
            <a:ext cx="179451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4640580" y="3822192"/>
            <a:ext cx="1794510" cy="6400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/>
          <p:nvPr/>
        </p:nvSpPr>
        <p:spPr>
          <a:xfrm>
            <a:off x="4713732" y="3913632"/>
            <a:ext cx="16482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Sintesi critica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572250" y="3822192"/>
            <a:ext cx="179451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9"/>
          <p:cNvSpPr/>
          <p:nvPr/>
        </p:nvSpPr>
        <p:spPr>
          <a:xfrm>
            <a:off x="6572250" y="3822192"/>
            <a:ext cx="1794510" cy="6400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0"/>
          <p:cNvSpPr/>
          <p:nvPr/>
        </p:nvSpPr>
        <p:spPr>
          <a:xfrm>
            <a:off x="6645402" y="3913632"/>
            <a:ext cx="16482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Riflessione sui limiti della pipeline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77240" y="4553712"/>
            <a:ext cx="7589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2"/>
          <p:cNvSpPr/>
          <p:nvPr/>
        </p:nvSpPr>
        <p:spPr>
          <a:xfrm>
            <a:off x="777240" y="4553712"/>
            <a:ext cx="64008" cy="310896"/>
          </a:xfrm>
          <a:prstGeom prst="rect">
            <a:avLst/>
          </a:prstGeom>
          <a:solidFill>
            <a:srgbClr val="C86E3E"/>
          </a:solidFill>
          <a:ln w="12700">
            <a:solidFill>
              <a:srgbClr val="C86E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3"/>
          <p:cNvSpPr/>
          <p:nvPr/>
        </p:nvSpPr>
        <p:spPr>
          <a:xfrm>
            <a:off x="969264" y="4553712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 premia stile o sicurezza retorica: penalizza tesi più forti delle prove, citazioni ornamentali e conoscenza esterna non ricondotta all'archivio.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grid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965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643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Grazie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77240" y="2880360"/>
            <a:ext cx="4114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0B8C4"/>
            </a:solidFill>
            <a:prstDash val="dash"/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Nome del team ]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Domande?</a:t>
            </a:r>
            <a:endParaRPr lang="en-US" sz="1300" dirty="0"/>
          </a:p>
        </p:txBody>
      </p:sp>
      <p:pic>
        <p:nvPicPr>
          <p:cNvPr id="6" name="Image 1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7" name="Image 2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555</Words>
  <Application>Microsoft Macintosh PowerPoint</Application>
  <PresentationFormat>Presentazione su schermo (16:9)</PresentationFormat>
  <Paragraphs>95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Fira Code</vt:lpstr>
      <vt:lpstr>Inter</vt:lpstr>
      <vt:lpstr>Poppins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 caso dei Mille — Template presentazione team</dc:title>
  <dc:subject>PptxGenJS Presentation</dc:subject>
  <dc:creator>Datapizza Academy</dc:creator>
  <cp:lastModifiedBy>Datapizza Adoption</cp:lastModifiedBy>
  <cp:revision>2</cp:revision>
  <dcterms:created xsi:type="dcterms:W3CDTF">2026-08-24T13:36:06Z</dcterms:created>
  <dcterms:modified xsi:type="dcterms:W3CDTF">2026-08-24T14:36:35Z</dcterms:modified>
</cp:coreProperties>
</file>